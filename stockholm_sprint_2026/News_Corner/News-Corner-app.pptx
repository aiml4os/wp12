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CE8AE-5D2A-6703-AF86-4F1EA5589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0A1C9-4E83-074B-9977-C2BBCA39C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FFFE0-EC2C-544B-7D1C-D45F8D4D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75AF-E9F1-40E6-8134-3C51280E0E5B}" type="datetimeFigureOut">
              <a:rPr lang="en-IE" smtClean="0"/>
              <a:t>18/06/2026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2D243-4D42-EF62-96C5-55D52202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41EC9-477C-2A2F-1DB0-C3F4A010C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B340-5683-4724-9EEB-271E303E83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4869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7C3A8-4A39-3EA2-7160-71B7F55EC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14980-4D4B-047C-1713-876C6D6B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931FB-231B-79BA-6EEB-E72BDBC8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75AF-E9F1-40E6-8134-3C51280E0E5B}" type="datetimeFigureOut">
              <a:rPr lang="en-IE" smtClean="0"/>
              <a:t>18/06/2026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AC14C-CC1C-C6D8-B7C8-32C3F6D2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179EF-4061-39B6-E98C-09598CE93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B340-5683-4724-9EEB-271E303E83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5859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45FB-DA6C-D6C2-F4EE-EDDD65973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2B78F-FB2B-7B70-63B5-DBBFADA07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43F6A-8440-EFAF-FC8A-B32417611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75AF-E9F1-40E6-8134-3C51280E0E5B}" type="datetimeFigureOut">
              <a:rPr lang="en-IE" smtClean="0"/>
              <a:t>18/06/2026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DEF06-E08B-4CED-5659-3451D9874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92A10-1D9C-376D-E894-6752BF2A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B340-5683-4724-9EEB-271E303E83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9514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FAE3-E383-F233-4EE2-164A21776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B947F-8CE8-A803-9C04-5343964EF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19C11-8E81-B82B-A241-881971B47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75A85-385D-D87D-E8CE-8B7E9ED82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75AF-E9F1-40E6-8134-3C51280E0E5B}" type="datetimeFigureOut">
              <a:rPr lang="en-IE" smtClean="0"/>
              <a:t>18/06/2026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BDF53-3B00-E822-479C-4B281547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11637-CD41-C9DF-7DB3-CEB2769B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B340-5683-4724-9EEB-271E303E83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2900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C5764-5385-6713-8D90-289AA4EB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0B817-8FFA-441B-E4CE-6F1A9A562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9511E-F2E4-1773-1BC0-F9EDB9C59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6C8D60-D1B9-A6F1-4431-D5BF4C232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70BBF4-3017-5B21-3322-E1E4687630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8A81B1-D969-40E4-61D7-23D1FC444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75AF-E9F1-40E6-8134-3C51280E0E5B}" type="datetimeFigureOut">
              <a:rPr lang="en-IE" smtClean="0"/>
              <a:t>18/06/2026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285511-A96E-59C8-E48D-DC335502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3F553-3DBF-6ED1-9CA8-5D9625B0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B340-5683-4724-9EEB-271E303E83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57395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87BF-A888-4114-C6F5-8050A363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39C614-4A43-8642-6B1D-160F67E30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75AF-E9F1-40E6-8134-3C51280E0E5B}" type="datetimeFigureOut">
              <a:rPr lang="en-IE" smtClean="0"/>
              <a:t>18/06/2026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412EC-32E6-8C98-5279-CD15AED6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01F72-DFF0-6F3B-47D0-7D93CF0F7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B340-5683-4724-9EEB-271E303E83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7985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D1D49-51F5-1442-2DC0-5FC221927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75AF-E9F1-40E6-8134-3C51280E0E5B}" type="datetimeFigureOut">
              <a:rPr lang="en-IE" smtClean="0"/>
              <a:t>18/06/2026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E7C43-0233-EF38-5B3E-CCB917A22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FC67D-DBFF-9E12-C127-E41B79277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B340-5683-4724-9EEB-271E303E83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0444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95AB-9BA4-EF31-0BD4-3F8A18F8F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352AF-4F16-90AA-E58B-0F7199811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36DED-24AB-CC13-859C-D774305BC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9B9D0-D5C3-BABD-2D5B-AE06562D1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75AF-E9F1-40E6-8134-3C51280E0E5B}" type="datetimeFigureOut">
              <a:rPr lang="en-IE" smtClean="0"/>
              <a:t>18/06/2026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9B684-9F62-BC4D-6552-396CC585C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23FA3-A901-9B58-325B-57FC6B95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B340-5683-4724-9EEB-271E303E83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1099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656E-1CA1-9425-E8C7-9277BADBA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80411-8E00-F2DD-831D-5F29F871E0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34D52-3087-35AB-C906-74272D2C2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3F101-5815-EFC9-2B5E-BF8D0BAB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75AF-E9F1-40E6-8134-3C51280E0E5B}" type="datetimeFigureOut">
              <a:rPr lang="en-IE" smtClean="0"/>
              <a:t>18/06/2026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B5299-B42B-DB34-924A-876844BA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D3ED2-7F1C-3D5D-49C2-C695512C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B340-5683-4724-9EEB-271E303E83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622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3333-A729-EECA-D9E6-A083BA8AE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44C47-8130-4E59-2AA4-696B7D855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81E60-E42E-4459-DE29-3965EFADD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75AF-E9F1-40E6-8134-3C51280E0E5B}" type="datetimeFigureOut">
              <a:rPr lang="en-IE" smtClean="0"/>
              <a:t>18/06/2026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EDCFC-513B-F610-09E0-B5EC5BC35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109F1-F08C-715D-AD58-80F08973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B340-5683-4724-9EEB-271E303E83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47375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058E87-CD14-9FEE-E3AB-46BABBEAC2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14533-52E7-D1AF-7816-F779A5BD8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60308-E074-B2DF-B7C5-87C0663C9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75AF-E9F1-40E6-8134-3C51280E0E5B}" type="datetimeFigureOut">
              <a:rPr lang="en-IE" smtClean="0"/>
              <a:t>18/06/2026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F37F5-3E16-795B-5D74-3CA580CFD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3A638-08CC-130D-11B0-22EE3947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B340-5683-4724-9EEB-271E303E83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5664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9AA4-2CD4-6303-3F19-258CD887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EAD15-3933-76EA-AC12-E6FDBF92D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C035D-4585-3DF4-1880-136037E91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E75AF-E9F1-40E6-8134-3C51280E0E5B}" type="datetimeFigureOut">
              <a:rPr lang="en-IE" smtClean="0"/>
              <a:t>18/06/2026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CDF89-1C2B-AAB3-4205-1824A7DAC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A40D-5C99-9CE1-2C84-EA9E10E5F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EB340-5683-4724-9EEB-271E303E837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1636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2384D4-8CB3-596D-F03B-63609CB70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2248"/>
            <a:ext cx="12192000" cy="581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0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AC18A-14D9-3064-FBF9-0CDD2A45C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8495"/>
            <a:ext cx="12192000" cy="289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83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673EF7-731F-57DE-5167-AAF2B0511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31"/>
            <a:ext cx="12192000" cy="674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2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318BEC-E7DC-D285-FA9D-66A38C494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637"/>
            <a:ext cx="10840720" cy="3781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B401D3-29A1-DC86-3FE9-F3F856CCF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3887439"/>
            <a:ext cx="10451346" cy="253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46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European Commission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TESSITORE Cristiano (ESTAT)</dc:creator>
  <cp:lastModifiedBy>TESSITORE Cristiano (ESTAT)</cp:lastModifiedBy>
  <cp:revision>1</cp:revision>
  <dcterms:created xsi:type="dcterms:W3CDTF">2026-06-18T08:37:23Z</dcterms:created>
  <dcterms:modified xsi:type="dcterms:W3CDTF">2026-06-18T08:43:21Z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d9ddd1-4d20-43f6-abfa-fc3c07406f94_Enabled">
    <vt:lpwstr>true</vt:lpwstr>
  </property>
  <property fmtid="{D5CDD505-2E9C-101B-9397-08002B2CF9AE}" pid="3" name="MSIP_Label_6bd9ddd1-4d20-43f6-abfa-fc3c07406f94_SetDate">
    <vt:lpwstr>2026-06-18T08:42:52Z</vt:lpwstr>
  </property>
  <property fmtid="{D5CDD505-2E9C-101B-9397-08002B2CF9AE}" pid="4" name="MSIP_Label_6bd9ddd1-4d20-43f6-abfa-fc3c07406f94_Method">
    <vt:lpwstr>Standard</vt:lpwstr>
  </property>
  <property fmtid="{D5CDD505-2E9C-101B-9397-08002B2CF9AE}" pid="5" name="MSIP_Label_6bd9ddd1-4d20-43f6-abfa-fc3c07406f94_Name">
    <vt:lpwstr>Commission Use</vt:lpwstr>
  </property>
  <property fmtid="{D5CDD505-2E9C-101B-9397-08002B2CF9AE}" pid="6" name="MSIP_Label_6bd9ddd1-4d20-43f6-abfa-fc3c07406f94_SiteId">
    <vt:lpwstr>b24c8b06-522c-46fe-9080-70926f8dddb1</vt:lpwstr>
  </property>
  <property fmtid="{D5CDD505-2E9C-101B-9397-08002B2CF9AE}" pid="7" name="MSIP_Label_6bd9ddd1-4d20-43f6-abfa-fc3c07406f94_ActionId">
    <vt:lpwstr>3d224acc-c522-4cbe-89c2-80d3ab49bf83</vt:lpwstr>
  </property>
  <property fmtid="{D5CDD505-2E9C-101B-9397-08002B2CF9AE}" pid="8" name="MSIP_Label_6bd9ddd1-4d20-43f6-abfa-fc3c07406f94_ContentBits">
    <vt:lpwstr>0</vt:lpwstr>
  </property>
  <property fmtid="{D5CDD505-2E9C-101B-9397-08002B2CF9AE}" pid="9" name="MSIP_Label_6bd9ddd1-4d20-43f6-abfa-fc3c07406f94_Tag">
    <vt:lpwstr>10, 3, 0, 1</vt:lpwstr>
  </property>
</Properties>
</file>